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9" r:id="rId10"/>
    <p:sldId id="264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UNAQ CHATTERJEE" userId="d50e2abd5cdab65c" providerId="LiveId" clId="{4CD33A59-F937-4D11-97E8-658067B91AFD}"/>
    <pc:docChg chg="custSel modSld">
      <pc:chgData name="RAUNAQ CHATTERJEE" userId="d50e2abd5cdab65c" providerId="LiveId" clId="{4CD33A59-F937-4D11-97E8-658067B91AFD}" dt="2026-02-10T16:37:10.953" v="5" actId="14100"/>
      <pc:docMkLst>
        <pc:docMk/>
      </pc:docMkLst>
      <pc:sldChg chg="delSp modSp mod">
        <pc:chgData name="RAUNAQ CHATTERJEE" userId="d50e2abd5cdab65c" providerId="LiveId" clId="{4CD33A59-F937-4D11-97E8-658067B91AFD}" dt="2026-02-10T16:37:10.953" v="5" actId="14100"/>
        <pc:sldMkLst>
          <pc:docMk/>
          <pc:sldMk cId="1293509068" sldId="266"/>
        </pc:sldMkLst>
        <pc:picChg chg="del">
          <ac:chgData name="RAUNAQ CHATTERJEE" userId="d50e2abd5cdab65c" providerId="LiveId" clId="{4CD33A59-F937-4D11-97E8-658067B91AFD}" dt="2026-02-10T16:36:52.112" v="1" actId="478"/>
          <ac:picMkLst>
            <pc:docMk/>
            <pc:sldMk cId="1293509068" sldId="266"/>
            <ac:picMk id="9" creationId="{B91A55CE-7A56-7CEA-EE33-32E7BF375732}"/>
          </ac:picMkLst>
        </pc:picChg>
        <pc:picChg chg="mod">
          <ac:chgData name="RAUNAQ CHATTERJEE" userId="d50e2abd5cdab65c" providerId="LiveId" clId="{4CD33A59-F937-4D11-97E8-658067B91AFD}" dt="2026-02-10T16:37:10.953" v="5" actId="14100"/>
          <ac:picMkLst>
            <pc:docMk/>
            <pc:sldMk cId="1293509068" sldId="266"/>
            <ac:picMk id="11" creationId="{0FA3D0B5-5436-ADB4-81CF-1A78AB4E7068}"/>
          </ac:picMkLst>
        </pc:picChg>
      </pc:sldChg>
      <pc:sldChg chg="delSp modSp mod">
        <pc:chgData name="RAUNAQ CHATTERJEE" userId="d50e2abd5cdab65c" providerId="LiveId" clId="{4CD33A59-F937-4D11-97E8-658067B91AFD}" dt="2026-02-10T16:37:06.457" v="3" actId="14100"/>
        <pc:sldMkLst>
          <pc:docMk/>
          <pc:sldMk cId="3215753554" sldId="267"/>
        </pc:sldMkLst>
        <pc:picChg chg="del">
          <ac:chgData name="RAUNAQ CHATTERJEE" userId="d50e2abd5cdab65c" providerId="LiveId" clId="{4CD33A59-F937-4D11-97E8-658067B91AFD}" dt="2026-02-10T16:36:56.702" v="2" actId="478"/>
          <ac:picMkLst>
            <pc:docMk/>
            <pc:sldMk cId="3215753554" sldId="267"/>
            <ac:picMk id="7" creationId="{63ECCA86-59EE-1023-099A-BBE397E0ABF4}"/>
          </ac:picMkLst>
        </pc:picChg>
        <pc:picChg chg="mod">
          <ac:chgData name="RAUNAQ CHATTERJEE" userId="d50e2abd5cdab65c" providerId="LiveId" clId="{4CD33A59-F937-4D11-97E8-658067B91AFD}" dt="2026-02-10T16:37:06.457" v="3" actId="14100"/>
          <ac:picMkLst>
            <pc:docMk/>
            <pc:sldMk cId="3215753554" sldId="267"/>
            <ac:picMk id="9" creationId="{8AE59C6E-381B-CEDA-D95C-D3480136ABD2}"/>
          </ac:picMkLst>
        </pc:picChg>
      </pc:sldChg>
      <pc:sldChg chg="modSp mod">
        <pc:chgData name="RAUNAQ CHATTERJEE" userId="d50e2abd5cdab65c" providerId="LiveId" clId="{4CD33A59-F937-4D11-97E8-658067B91AFD}" dt="2026-02-10T16:35:33.969" v="0" actId="2711"/>
        <pc:sldMkLst>
          <pc:docMk/>
          <pc:sldMk cId="3891659355" sldId="269"/>
        </pc:sldMkLst>
        <pc:spChg chg="mod">
          <ac:chgData name="RAUNAQ CHATTERJEE" userId="d50e2abd5cdab65c" providerId="LiveId" clId="{4CD33A59-F937-4D11-97E8-658067B91AFD}" dt="2026-02-10T16:35:33.969" v="0" actId="2711"/>
          <ac:spMkLst>
            <pc:docMk/>
            <pc:sldMk cId="3891659355" sldId="269"/>
            <ac:spMk id="3" creationId="{74FA6203-E5B1-0E11-8DF3-568541A283D5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224FD5-057C-2D76-2057-545BE8CB14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26834E-1871-D5D3-3DDC-130582569A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423446-FC3B-73BF-31B4-6A5DE3E1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D0B01C-36CD-EDA9-3FDE-9F3D97223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43F43B-55D3-C9F8-3CD4-D12196E1D7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3259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0B92A-5DB6-C935-03A3-49917CCFD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37996-7BCF-64A4-B0BF-C778DBFDF6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04ADDA-1315-2733-51F6-5C80179A6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736A5F-A841-95E2-1724-E627B23A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69706-C249-736C-2051-C2A210CC95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6418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848E5-474D-226B-B8DA-FFDD8FEEB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139CA0-324D-9E8D-6588-D89B9209C1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B083C-B1DD-9078-27E0-CA2D57CC8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CA2AD-D432-2E36-57CB-C3B3294D5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F8C038-F441-6AF2-AAEB-CD413A19D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07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B6DA5-E099-37FC-93C6-0CEE720FFB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9AD20-B68A-98AA-1C9C-B1A23B1BA3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61B25F-DFB5-047A-1D1A-CA82620356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440AF53-F7C1-E981-9D59-A38E6370E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EEB23E-AE02-411F-EBB6-6AFB36AA4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C97326-F96C-673E-E2B1-ADA36AA49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88815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9D120-B76E-4353-545F-057C363E17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F5677D-1637-CAF4-A0C1-80D2F39A34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D3BFC4-4ED0-6807-6B02-780572B38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7B1CA-D1B1-BC3A-5032-A51BD90329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1D15D1-0B79-BC80-EA1B-8C2ED016EA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EBAB50-8C23-64BB-41B7-BD18FA89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851E13-F6D5-AFA9-D3BB-98041EB58F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98A303-53AF-7041-A29A-A25B9A7A27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4115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CA403-B003-AF99-946B-599CD0391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F20E01-FE52-51AA-3C47-E27A0DFC0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5579BA-201F-E937-B48D-94148AF62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25225-0EE7-4585-76E8-D72B8C663D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786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500CC6-4616-F60A-712B-64476D018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5EEABB-060F-AC4F-6C45-57B760F4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6AAA3D-1490-53A9-2BC8-28C0145BA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3714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F3CE1-DAC2-3AB3-8827-37127B2DE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119F5-A38E-D098-4DD5-8C5FE702CB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19DDA3-2D69-A5C6-5B2C-7404743B42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011908-DC9E-A1BA-3A9F-B1D6DF39B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DF2F8-B13F-27D4-F0E8-5040C8D1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56981B-7020-DBDD-CD0D-A0816BF35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974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66E03-935C-90A8-C8BA-5D6E75550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B47D1C-79F2-94B5-DEE3-6775AE708F0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EB2F047-F62E-4A20-F649-DB3A4BC7B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5C8D2-8F72-D4AE-76DE-FDF0C9E6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0C4FC6-DD01-B5F7-BCC6-A5E5F372B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C7086B-8117-A1C9-73CA-1A5EC97F53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42943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0B206-45A5-3C9C-C234-B1116FD2B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DA448C-CC42-70C8-AE18-93BC123A13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12D6EA-95C9-F981-09F5-5E490AF91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AB2BA-66D7-C060-A6D0-B8F92ABB8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9A44B2-4D44-AE7B-EE89-EEB7BEB97D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1154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3CB236-204D-7E11-E355-D01CCDCE8A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818360-C864-8B54-6A46-13FDF9B7AE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32DB82-3C59-51B4-7D2C-556B945B0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37ED7C-5A9C-1396-D682-A36681FF4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E89F91-84AF-E483-3A37-56219E993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49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685484-0B71-7E6E-1734-412BF8E28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98CCB9-2AE5-5B43-08E8-E7FCFE4E03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D2BEA5-D8E3-5F17-D461-FBEBA4B322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5D87F-5559-437F-8AD9-0C946F463812}" type="datetimeFigureOut">
              <a:rPr lang="en-IN" smtClean="0"/>
              <a:t>10-02-2026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77FB4C-362E-D084-078C-80E97AE507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D2370-E72D-69C4-BEDF-E531400F3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763D47-50E9-44BB-A15D-E9DA4ECBFA5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1617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C6F7931-C961-3A97-4929-D1823BBA1ECE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A10EBC-25E4-8C25-06CA-6C0449C8D6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8" y="247292"/>
            <a:ext cx="10687665" cy="2387600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Amazon Sales Dashboard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174D9C-70A8-7A6D-459D-7E03EFFBA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4223109"/>
            <a:ext cx="10687665" cy="1655762"/>
          </a:xfrm>
        </p:spPr>
        <p:txBody>
          <a:bodyPr/>
          <a:lstStyle/>
          <a:p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&amp; Financial Insights Presentation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21007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11A090-1C86-B5EA-BBEC-FEDE2B9D9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F67A6F-DCD6-CAEA-6A35-31537B8B660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E429ECF-C633-08C1-1AC4-B958FF464BB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022F3-F592-C7C2-F265-A1E0D37C8E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8"/>
            <a:ext cx="10687665" cy="2960687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organization lacks a centralized, interactive reporting system to monitor and analyse its sales performance across product categories, regions, and payment methods. Decision-makers currently rely on static reports, making it difficult to identify trends, top-performing products, discount effectiveness, and customer behavior in real time.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available Amazon sales dataset, the goal is to build a Power BI dashboard that provides clear, actionable insights into revenue, quantity sold, customer ratings, and regional performance. </a:t>
            </a:r>
          </a:p>
        </p:txBody>
      </p:sp>
    </p:spTree>
    <p:extLst>
      <p:ext uri="{BB962C8B-B14F-4D97-AF65-F5344CB8AC3E}">
        <p14:creationId xmlns:p14="http://schemas.microsoft.com/office/powerpoint/2010/main" val="1232598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E7177-F08A-8F31-3917-D0A96394B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B0D5CAC-7A7E-E0EA-3780-15839C779E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7BD48E2-3D15-9D3C-2C99-0A8BB3589D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5767BF-A5B7-496B-F082-C45E24041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8"/>
            <a:ext cx="10687665" cy="4430917"/>
          </a:xfrm>
        </p:spPr>
        <p:txBody>
          <a:bodyPr>
            <a:no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should enable stakeholders to:</a:t>
            </a:r>
          </a:p>
          <a:p>
            <a:pPr algn="l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total revenue and sales trends over time.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top-selling product categories and products.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Analyse the impact of discounts on revenue and sales volume.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Compare performance across different customer regions.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customer satisfaction using ratings and review counts.</a:t>
            </a:r>
          </a:p>
          <a:p>
            <a:pPr marL="342900" lvl="0" indent="-342900" algn="l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preferred payment methods and their contribution to revenue.</a:t>
            </a:r>
          </a:p>
          <a:p>
            <a:pPr lvl="0"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solution should present these insights through interactive visuals, filters, and KPIs, enabling faster and more informed business decisions.</a:t>
            </a:r>
          </a:p>
        </p:txBody>
      </p:sp>
    </p:spTree>
    <p:extLst>
      <p:ext uri="{BB962C8B-B14F-4D97-AF65-F5344CB8AC3E}">
        <p14:creationId xmlns:p14="http://schemas.microsoft.com/office/powerpoint/2010/main" val="4032977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9A16A-815D-B7D3-C95E-C9CEA44B72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18026A-94E4-BB5B-A0CD-EA219E67F8C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FE0FCDA-0AED-47CD-07B3-B1F49E8567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Objective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15B304-660E-FAE1-A6CD-CB2F52DBE2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1894193"/>
          </a:xfrm>
        </p:spPr>
        <p:txBody>
          <a:bodyPr>
            <a:normAutofit/>
          </a:bodyPr>
          <a:lstStyle/>
          <a:p>
            <a:pPr algn="l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this project is to develop an interactive Power BI dashboard that provides insights into sales performance, product demand, customer satisfaction, and regional trends.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dashboard will help stakeholders make data-driven decisions regarding pricing, inventory, marketing, and customer engagement.</a:t>
            </a:r>
          </a:p>
        </p:txBody>
      </p:sp>
    </p:spTree>
    <p:extLst>
      <p:ext uri="{BB962C8B-B14F-4D97-AF65-F5344CB8AC3E}">
        <p14:creationId xmlns:p14="http://schemas.microsoft.com/office/powerpoint/2010/main" val="27424482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3CEE8D-AF5B-634F-7902-20D74166B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08D6FBF-8908-6556-85B0-A731266E096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73215C3-2293-8930-1122-4E3443791A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KPI’s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27A836-02E7-40F4-3E4D-027C61B701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lvl="1" algn="l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are the list of KPI’s used in the visual</a:t>
            </a:r>
          </a:p>
          <a:p>
            <a:pPr lvl="1" algn="l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Revenue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Orders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Quantity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</a:t>
            </a: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Discount(%)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5C38ACD-59BA-E69B-3834-09EF02D331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5084761"/>
            <a:ext cx="10687664" cy="132357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710046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E38D8-947B-9B3E-87A7-CD1B905DC2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8AACC58-08BE-7AEF-F09D-7A31549D33B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E800403-9477-C876-F539-BFC3D0A548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&amp; Order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C13FB2-6448-00E5-C680-5CF27D15BB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3083993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Moderate average order value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order volumes across months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demand across categories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range: ~2.5M to 2.9M per month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 around August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Dips in February and November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steady yearly performance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A52FD6-0853-9D49-C5AC-FC15FD2116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6" y="1773239"/>
            <a:ext cx="5683046" cy="1353419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E37B92-0BF5-4407-A9BC-3B669090BD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0466" y="3503813"/>
            <a:ext cx="5683046" cy="135341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167676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8624E1-B24F-7D79-C5FD-46D4AD385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B5976D5-0544-23FD-E578-F62E5DDC0F0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48AF1D-9150-7D11-513A-DE4A97F0AB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Category Performance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4C35AB-37C5-FC04-D9CF-ECB3BD29FD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major categories with balanced sales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Diversified revenue streams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single dominant category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1CDFEC-DFA4-7A77-E0D4-0CB499C4E8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5742" y="1773239"/>
            <a:ext cx="3097159" cy="247429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4F9A785-6440-75E6-D2DB-51B4362D35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6" y="4326194"/>
            <a:ext cx="10687665" cy="186812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8638968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B83487-41C2-5A2D-BB36-95F350293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C1167B5-80A2-375B-F3F4-69AEC854F71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29D9B76-A72F-A809-50B8-A59977795E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Geographical Sales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5DCCA-909D-C670-6347-AFE6721611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Sales across multiple global regions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Presence in North America, Europe, Asia, Middle East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to scale in top markets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19DFA5E-DB83-93F0-909B-3A429A1758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34"/>
          <a:stretch>
            <a:fillRect/>
          </a:stretch>
        </p:blipFill>
        <p:spPr>
          <a:xfrm>
            <a:off x="865236" y="3429000"/>
            <a:ext cx="10461526" cy="272261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002448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BF56A-F990-ADB0-E0DD-401C73AF2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A1BD86D-5147-17EE-D49A-2D7EB82C3F8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A136E59-BFDB-029F-9E11-B0DF6D6AF4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 Insights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A6203-E5B1-0E11-8DF3-568541A283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distribution across payment types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Wallet, UPI, cards, and COD used equally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Indicates diverse customer preferences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2E4525-A756-CFA2-4927-31C2FB98EF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6" y="3429000"/>
            <a:ext cx="10687664" cy="260985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165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DC739-EA59-2C0A-72D1-F9479DA71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73AB628-613A-0B06-017C-5A639FBCCE2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B386D2D-0150-5029-5429-014E389125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Satisfaction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EA58BD-BC2B-FA40-949A-CFEF2F0E10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Average rating: 3.0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Neutral customer satisfaction level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Opportunity to improve quality and service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49A69E-97A6-7057-6F02-FEE2019BC5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6" y="3571262"/>
            <a:ext cx="10461526" cy="26098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9E8F1E-F36B-A454-0510-E757F3147E1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7316" y="1425394"/>
            <a:ext cx="3549446" cy="200360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6163359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936925-A1F2-E74C-BE36-90B1DC9F3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C9007C2-DAF6-C1F7-4363-E06E6465DB6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B9B02FA-568B-E52F-795F-3F0390C996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Business Opportunities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E7DB31-1EB2-155F-E2CE-1CF448A014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customer ratings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discount strategies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high-performing regions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 high-margin categories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A3D0B5-5436-ADB4-81CF-1A78AB4E706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6" y="4733924"/>
            <a:ext cx="10687665" cy="1438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509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7D48E1-E886-BF49-E3FF-E4A9D258D0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E43E980-6CD8-6E88-A724-A93D1B71CE20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54092A-E870-5983-6671-BD09479B3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1395AD-A64A-CF46-6C43-D5870B5FAD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loyalty programs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product quality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targeted promotions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analytics for profitability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AE59C6E-381B-CEDA-D95C-D3480136AB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7" y="4733925"/>
            <a:ext cx="10687665" cy="1371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753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57E88C-74E7-0E8E-4E5E-D1759E49C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2DBB1F7-26F2-987A-032F-BD23C7AC3A9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8" y="2124075"/>
            <a:ext cx="10687665" cy="26098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A0F836-58CB-95BC-5373-554A04AC94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5237" y="111150"/>
            <a:ext cx="10687665" cy="963408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Next Steps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A47DAD0-0A44-0EBD-0386-DD940931B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65237" y="1773239"/>
            <a:ext cx="10687665" cy="2960686"/>
          </a:xfrm>
        </p:spPr>
        <p:txBody>
          <a:bodyPr>
            <a:noAutofit/>
          </a:bodyPr>
          <a:lstStyle/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Stable performance with balanced category sales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improving customer ratings and retention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discounts to protect margins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data-driven strategies for growth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7F8E8EF-FA10-2155-45DC-927D75D91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5236" y="4326193"/>
            <a:ext cx="10687665" cy="1739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0676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</TotalTime>
  <Words>433</Words>
  <Application>Microsoft Office PowerPoint</Application>
  <PresentationFormat>Widescreen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Times New Roman</vt:lpstr>
      <vt:lpstr>Office Theme</vt:lpstr>
      <vt:lpstr>Amazon Sales Dashboard Analysis</vt:lpstr>
      <vt:lpstr>Problem Statement</vt:lpstr>
      <vt:lpstr>Vision</vt:lpstr>
      <vt:lpstr>Business Objective</vt:lpstr>
      <vt:lpstr>KPI’s</vt:lpstr>
      <vt:lpstr>Revenue &amp; Order Insights</vt:lpstr>
      <vt:lpstr>Product Category Performance</vt:lpstr>
      <vt:lpstr>Geographical Sales Insights</vt:lpstr>
      <vt:lpstr>Payment Method Insights</vt:lpstr>
      <vt:lpstr>Customer Satisfaction Analysis</vt:lpstr>
      <vt:lpstr>Key Business Opportunities</vt:lpstr>
      <vt:lpstr>Strategic Recommendations</vt:lpstr>
      <vt:lpstr>Conclusion &amp; 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RAUNAQ CHATTERJEE</dc:creator>
  <cp:lastModifiedBy>RAUNAQ CHATTERJEE</cp:lastModifiedBy>
  <cp:revision>1</cp:revision>
  <dcterms:created xsi:type="dcterms:W3CDTF">2026-02-10T14:55:26Z</dcterms:created>
  <dcterms:modified xsi:type="dcterms:W3CDTF">2026-02-10T16:37:19Z</dcterms:modified>
</cp:coreProperties>
</file>